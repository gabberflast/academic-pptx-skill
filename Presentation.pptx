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780C-C2A8-D268-6C22-706536F1E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A0C6-C5DC-3D1A-E528-78EDA4C5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A8223-0ACC-24D4-B3E6-829EF268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4CACB-EA04-EA04-1F7E-5C8D5708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7E700-F925-EF96-CC1D-933BCF4E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CD6A-FFEE-EF4A-AA75-7A6A2808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2064F-B8A6-3958-0AA3-BDA421DD4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00E1-CB4E-C09A-4D2F-FE1B26FE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BFB16-B821-712E-75E5-CCD5EFA7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A8A84-1772-8514-8531-D47CF9B0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63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C76B-859D-3209-B032-FA1C1A91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44B73-16D1-A732-9DAB-5B2A47931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526DE-70A3-D5FB-B6BA-A8653357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A492B-1F3C-75F9-6654-81620DC1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516AF-3ACA-E286-10BB-5F213C43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04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92A2-57BC-95F7-4DFE-D72AD422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7F788-E0B3-FA8E-D786-54CBC9451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C6864-33A8-3CF3-CF49-8F998B33A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1535C-35BB-4BC0-AA06-2E03B9FD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A4EDF-2307-646E-14F9-14F23733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CCBCA-10E9-0ABF-20C2-368C3BB7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0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46AF-746E-54CD-B0CC-7675EA39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E8CA6-49EC-9241-5954-399E7B8DD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38D3E-8675-38A8-E039-289B5E603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6DB8E-2D4D-05C7-68B1-27B4FCB75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E0622-DC38-4787-0789-73421D569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45D7A-8163-5E37-7500-C6516E17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FF5EB-0E68-8F83-636B-18F5FB0A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3EA2D-0F7C-0666-3DFF-2D687B7B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756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93A8-04AF-2E7D-D6C4-B51D14CA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5BA46-0749-00F7-AED9-F188EEA5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8E5D9-5EAC-E703-C53A-9E41A739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74283-1EE8-A89E-796D-334F20F5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A5514-CB63-3C08-9BE2-52751653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C92CC-C520-54C6-E3ED-2054C98B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C0C04-F5DB-AF18-4AAF-CE898927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30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F786-1CE0-C74C-62D1-20333E3B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2AB4-F570-DF41-19A0-6998FB5F3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0FDA4-8891-C520-BC8C-976D5AD16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F3918-A8AE-B0FA-593A-083922AD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F726C-50B5-80A4-2287-D0EECF3E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270A6-7937-B498-3077-D413DD33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44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BFC7-2BCA-5249-CFC1-15A5B7F0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81669-87A2-765C-CF66-C1225D917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53213-A3CE-EF65-2C9D-AEBB664CD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B339-70AE-7331-D73C-25D6712B9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0C7D7-6744-FEC9-DCE1-C93494FD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FBA99-9304-3249-D788-2932298D0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55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D448-6505-3FCF-0D24-33C734F0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0D1F9-B977-EFDC-30A1-428544ACD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9435-B2B7-8F67-219D-8B598A6F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58702-F795-D34F-883A-C5C13FD5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3554-4D2A-AE09-701E-F8656050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27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8DAF49-6F7E-BD0E-55D7-A5F4E3F24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5B27D-3361-DF2F-6A1C-8FBCD9464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9ED76-F288-56CE-FE0E-00F8CA7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90FBC-AD69-4000-EE91-D6395F1A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3C312-E2DE-0782-B0F5-CEF3EE3EC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75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48AD2-C4DA-3062-D7D3-304A2428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FB031-F50D-AB12-3134-1194F76A3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66BA2-CCE4-0261-95E4-7D6452DC5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C6B85-7B6E-6343-1EEE-C81C19F5A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AE8E-761A-E3EE-38BC-C4FD94B78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7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36BB-F020-AADE-8221-F19FD3FBD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21AAF-313C-15FF-EE58-E867C0D72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81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Adam Christopher Hadfield</dc:creator>
  <cp:lastModifiedBy>James Adam Christopher Hadfield</cp:lastModifiedBy>
  <cp:revision>1</cp:revision>
  <dcterms:created xsi:type="dcterms:W3CDTF">2026-03-04T00:45:37Z</dcterms:created>
  <dcterms:modified xsi:type="dcterms:W3CDTF">2026-03-04T00:46:05Z</dcterms:modified>
</cp:coreProperties>
</file>